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14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83E6C0E-ADFD-47F0-B7F1-423099F44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590800"/>
            <a:ext cx="73152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3EB337C-CD4A-4141-BBA0-4CF2780A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771900"/>
            <a:ext cx="64008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0CEB062-0151-4898-8FC4-ABE35F2C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57500"/>
            <a:ext cx="73152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C25DF88-F753-4FDF-A6BB-A67DF0BF4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508D27C-B9C0-4675-8275-8B25BF40C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81153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00FAA36-2918-458A-BCC9-C02C5C86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3166FA6-9A32-40D5-BFFD-76D047ADC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63F08DB-F5FB-439D-8043-D5B97093E1E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577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3733861-E5E8-4C0E-85FF-C9C377F03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18B774-926B-4AA9-BD18-2D17BAA20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fc-editor.org/rfc/rfc792?utm_source=chatgpt.co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flask.palletsprojects.com/en/stable/quickstart/?utm_source=chatgpt.com" TargetMode="External"/><Relationship Id="rId4" Type="http://schemas.openxmlformats.org/officeDocument/2006/relationships/hyperlink" Target="https://www.rfc-editor.org/rfc/rfc3411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F37A30E-D1A0-430A-8AA0-F979BB940400}"/>
              </a:ext>
            </a:extLst>
          </p:cNvPr>
          <p:cNvSpPr>
            <a:spLocks noGrp="1"/>
          </p:cNvSpPr>
          <p:nvPr/>
        </p:nvSpPr>
        <p:spPr>
          <a:xfrm>
            <a:off x="839186" y="1595437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HEALTH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SYSTEM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949E34-4B5B-4562-AC62-5E3AE182E6D9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500DC7-A09E-49E5-9BD7-7620F6452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16647" y="349624"/>
            <a:ext cx="3310706" cy="952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18C27AC-3417-4BF8-804F-DF5A87976EC8}"/>
              </a:ext>
            </a:extLst>
          </p:cNvPr>
          <p:cNvSpPr>
            <a:spLocks noGrp="1"/>
          </p:cNvSpPr>
          <p:nvPr/>
        </p:nvSpPr>
        <p:spPr>
          <a:xfrm>
            <a:off x="523875" y="2172028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Mini-project presentation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26C341-1A4C-494A-8571-B519D932EFAE}"/>
              </a:ext>
            </a:extLst>
          </p:cNvPr>
          <p:cNvSpPr>
            <a:spLocks noGrp="1"/>
          </p:cNvSpPr>
          <p:nvPr/>
        </p:nvSpPr>
        <p:spPr>
          <a:xfrm>
            <a:off x="523875" y="279920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Networks Laboratory (CSE20110)</a:t>
            </a:r>
          </a:p>
          <a:p>
            <a:pPr algn="ctr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 and Technology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DF9F57-7481-43AF-90EA-1B438F83D4AC}"/>
              </a:ext>
            </a:extLst>
          </p:cNvPr>
          <p:cNvSpPr>
            <a:spLocks noGrp="1"/>
          </p:cNvSpPr>
          <p:nvPr/>
        </p:nvSpPr>
        <p:spPr>
          <a:xfrm>
            <a:off x="650000" y="3368647"/>
            <a:ext cx="8096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/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Shreyash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Kumbhar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1262250001</a:t>
            </a:r>
          </a:p>
          <a:p>
            <a:pPr algn="ctr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Mansi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Gunjal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1262250002</a:t>
            </a:r>
          </a:p>
          <a:p>
            <a:pPr algn="ctr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Tanvi Newase – 1262250003</a:t>
            </a:r>
          </a:p>
          <a:p>
            <a:pPr algn="ctr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Shruti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Pitale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- 1262252214</a:t>
            </a:r>
          </a:p>
          <a:p>
            <a:pPr algn="ctr"/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BBC233-AAC0-44C2-84CB-E2C2B90BE7A7}"/>
              </a:ext>
            </a:extLst>
          </p:cNvPr>
          <p:cNvSpPr>
            <a:spLocks noGrp="1"/>
          </p:cNvSpPr>
          <p:nvPr/>
        </p:nvSpPr>
        <p:spPr>
          <a:xfrm>
            <a:off x="523875" y="5095875"/>
            <a:ext cx="8096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/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Group: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Panel: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Batch: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Faculty: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Swati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Year: 2026–2027</a:t>
            </a:r>
          </a:p>
          <a:p>
            <a:pPr algn="ctr"/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21-10-2026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22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8AF3E2-B0A1-48D7-8AAD-58C1AE49894A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Problem and 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261110-3343-453F-B653-F85F3964BEA3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90C7E7-A87D-46AD-AD00-B0EB9B949268}"/>
              </a:ext>
            </a:extLst>
          </p:cNvPr>
          <p:cNvSpPr>
            <a:spLocks noGrp="1"/>
          </p:cNvSpPr>
          <p:nvPr/>
        </p:nvSpPr>
        <p:spPr>
          <a:xfrm>
            <a:off x="523875" y="133350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9F3CB5-0C0F-4AA1-99D5-8611CF4347DB}"/>
              </a:ext>
            </a:extLst>
          </p:cNvPr>
          <p:cNvSpPr>
            <a:spLocks noGrp="1"/>
          </p:cNvSpPr>
          <p:nvPr/>
        </p:nvSpPr>
        <p:spPr>
          <a:xfrm>
            <a:off x="523875" y="1809750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network with multiple devices, checking each IP manually is slow and inconvenient.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one view, it is difficult to notice unreachable devices, high latency and packet loss.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E77847-D504-4787-9F02-71CD2DC84C85}"/>
              </a:ext>
            </a:extLst>
          </p:cNvPr>
          <p:cNvSpPr>
            <a:spLocks noGrp="1"/>
          </p:cNvSpPr>
          <p:nvPr/>
        </p:nvSpPr>
        <p:spPr>
          <a:xfrm>
            <a:off x="523875" y="3190875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E6E9D2-D950-4002-905E-A6DD5AE7B3CB}"/>
              </a:ext>
            </a:extLst>
          </p:cNvPr>
          <p:cNvSpPr>
            <a:spLocks noGrp="1"/>
          </p:cNvSpPr>
          <p:nvPr/>
        </p:nvSpPr>
        <p:spPr>
          <a:xfrm>
            <a:off x="523875" y="3714750"/>
            <a:ext cx="8096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Check reachability of configured devices using ICMP ping.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Measure latency, packet loss and UP/DOWN status.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Show results, health alerts and simulated device statistics on one dashboard.</a:t>
            </a:r>
          </a:p>
        </p:txBody>
      </p:sp>
    </p:spTree>
    <p:extLst>
      <p:ext uri="{BB962C8B-B14F-4D97-AF65-F5344CB8AC3E}">
        <p14:creationId xmlns:p14="http://schemas.microsoft.com/office/powerpoint/2010/main" val="1771186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2A7FE5-9330-404A-8834-8EE47CC698A1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Proposed Design and Tools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186328-4620-4152-951C-0F6E0B69DF17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365B4C-1ED1-4575-9868-72A5C8661C44}"/>
              </a:ext>
            </a:extLst>
          </p:cNvPr>
          <p:cNvSpPr>
            <a:spLocks noGrp="1"/>
          </p:cNvSpPr>
          <p:nvPr/>
        </p:nvSpPr>
        <p:spPr>
          <a:xfrm>
            <a:off x="94593" y="1189805"/>
            <a:ext cx="8409918" cy="18504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IPs 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devices.json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↓</a:t>
            </a:r>
          </a:p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ICMP PING TEST (monitor.py)</a:t>
            </a:r>
          </a:p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↓</a:t>
            </a:r>
          </a:p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BACKEND (app.py)</a:t>
            </a:r>
          </a:p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↙             ↘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SNMP-LIKE DATA       ALERT RULES</a:t>
            </a:r>
          </a:p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(simulated values)   (threshold checks)</a:t>
            </a:r>
          </a:p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↘             ↙</a:t>
            </a:r>
          </a:p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 (dashboard.html)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FCADAF-A2C0-470E-9C4F-96082F51573B}"/>
              </a:ext>
            </a:extLst>
          </p:cNvPr>
          <p:cNvSpPr>
            <a:spLocks noGrp="1"/>
          </p:cNvSpPr>
          <p:nvPr/>
        </p:nvSpPr>
        <p:spPr>
          <a:xfrm>
            <a:off x="649999" y="4448668"/>
            <a:ext cx="809625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Python, Flask, HTML/CSS, JSON, Windows ping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Protocols: ICMP for connectivity; HTTP for local dashboard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Targets: Google DNS, Cloudflare DNS, localhost, test IP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URL: http://127.0.0.1:5000/</a:t>
            </a:r>
          </a:p>
        </p:txBody>
      </p:sp>
    </p:spTree>
    <p:extLst>
      <p:ext uri="{BB962C8B-B14F-4D97-AF65-F5344CB8AC3E}">
        <p14:creationId xmlns:p14="http://schemas.microsoft.com/office/powerpoint/2010/main" val="2032430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9D9CBCB-0357-4DC8-A188-4C37277A96D4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Implementation and Working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8AF794-E3C6-4991-A893-A5574F7F23BE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1F08BF-264A-493B-909A-AB134824902B}"/>
              </a:ext>
            </a:extLst>
          </p:cNvPr>
          <p:cNvSpPr>
            <a:spLocks noGrp="1"/>
          </p:cNvSpPr>
          <p:nvPr/>
        </p:nvSpPr>
        <p:spPr>
          <a:xfrm>
            <a:off x="523875" y="1093241"/>
            <a:ext cx="8096250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 Read device names and IPs from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devices.json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 Send 5 ICMP pings to each IP (monitor.py)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 Extract average latency and packet-loss %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 Mark UP (&lt;100% loss) or DOWN (100% loss)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  Add simulated CPU, memory, interface and uptime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  Generate alerts and render the Flask dashboard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B6265A-7667-4F74-BB20-92A5B1B71102}"/>
              </a:ext>
            </a:extLst>
          </p:cNvPr>
          <p:cNvSpPr>
            <a:spLocks noGrp="1"/>
          </p:cNvSpPr>
          <p:nvPr/>
        </p:nvSpPr>
        <p:spPr>
          <a:xfrm>
            <a:off x="523875" y="4361794"/>
            <a:ext cx="8096250" cy="166293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app.py: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Starts Flask, combines monitoring data, checks alert limits.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monitor.py: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Runs ping and calculates reachability, latency and loss.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snmp_simulator.py: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sample device statistics (not real SNMP).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qos.py: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Contains GOOD / MODERATE / WARNING / POOR / CRITICAL rules; needs to be called from app.py to display QoS.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refreshes automatically every 10 seconds.</a:t>
            </a:r>
          </a:p>
        </p:txBody>
      </p:sp>
    </p:spTree>
    <p:extLst>
      <p:ext uri="{BB962C8B-B14F-4D97-AF65-F5344CB8AC3E}">
        <p14:creationId xmlns:p14="http://schemas.microsoft.com/office/powerpoint/2010/main" val="450783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17C623-7343-44B1-AA4A-D1B4C258A90F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Testing and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B9A461-CBBC-4245-813A-D1367A360BC7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3A60ED-C899-4618-BFEF-A834CA5E35ED}"/>
              </a:ext>
            </a:extLst>
          </p:cNvPr>
          <p:cNvSpPr>
            <a:spLocks noGrp="1"/>
          </p:cNvSpPr>
          <p:nvPr/>
        </p:nvSpPr>
        <p:spPr>
          <a:xfrm>
            <a:off x="523875" y="1428750"/>
            <a:ext cx="80962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 DASHBOARD CHECKS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127.0.0.1: local loopback connectivity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8.8.8.8 and 1.1.1.1: external network reachability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192.0.2.1: example address for unreachable-device testing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Alerts: device DOWN, loss &gt;10%, latency &gt;100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high simulated CPU/memory or interface DOWN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A10CA8-AA41-4067-AE19-358C75D267F6}"/>
              </a:ext>
            </a:extLst>
          </p:cNvPr>
          <p:cNvSpPr>
            <a:spLocks noGrp="1"/>
          </p:cNvSpPr>
          <p:nvPr/>
        </p:nvSpPr>
        <p:spPr>
          <a:xfrm>
            <a:off x="523875" y="3905250"/>
            <a:ext cx="8096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Four IP addresses configured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devices.json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Displayed: Device status, latency, loss, SNMP-like values and alerts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Validation: Compare dashboard ping values with terminal ping output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Actual results vary by network; ICMP may be blocked.</a:t>
            </a:r>
          </a:p>
        </p:txBody>
      </p:sp>
    </p:spTree>
    <p:extLst>
      <p:ext uri="{BB962C8B-B14F-4D97-AF65-F5344CB8AC3E}">
        <p14:creationId xmlns:p14="http://schemas.microsoft.com/office/powerpoint/2010/main" val="121407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B6F581-D019-4446-9B09-873266454C32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Working Demonstration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7B2C0-778B-420B-9AC8-791FED994D01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1DD762-53EC-4E66-840B-4BC66B5F54C7}"/>
              </a:ext>
            </a:extLst>
          </p:cNvPr>
          <p:cNvSpPr>
            <a:spLocks noGrp="1"/>
          </p:cNvSpPr>
          <p:nvPr/>
        </p:nvSpPr>
        <p:spPr>
          <a:xfrm>
            <a:off x="523875" y="142875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20202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Function to demonstrate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D0DFDA-9D38-4110-9E96-AA8B9885772D}"/>
              </a:ext>
            </a:extLst>
          </p:cNvPr>
          <p:cNvSpPr>
            <a:spLocks noGrp="1"/>
          </p:cNvSpPr>
          <p:nvPr/>
        </p:nvSpPr>
        <p:spPr>
          <a:xfrm>
            <a:off x="523875" y="1952625"/>
            <a:ext cx="8096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ICMP device reachability and dashboard alerts.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81F47A-2B1A-4750-8E3C-EC82A2551A9A}"/>
              </a:ext>
            </a:extLst>
          </p:cNvPr>
          <p:cNvSpPr>
            <a:spLocks noGrp="1"/>
          </p:cNvSpPr>
          <p:nvPr/>
        </p:nvSpPr>
        <p:spPr>
          <a:xfrm>
            <a:off x="523875" y="2476500"/>
            <a:ext cx="8096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Open project folder in VS Code.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Run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app.py in the terminal.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Visit http://127.0.0.1:5000/.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Show UP/DOWN, latency, loss, SNMP-like values and alerts.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Explain the automatic 10-second refresh.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F31393-1A58-4193-B896-64977C05E623}"/>
              </a:ext>
            </a:extLst>
          </p:cNvPr>
          <p:cNvSpPr>
            <a:spLocks noGrp="1"/>
          </p:cNvSpPr>
          <p:nvPr/>
        </p:nvSpPr>
        <p:spPr>
          <a:xfrm>
            <a:off x="523875" y="419100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 criterion: Dashboard loads and shows measured ping results for configured IPs.</a:t>
            </a:r>
          </a:p>
        </p:txBody>
      </p:sp>
    </p:spTree>
    <p:extLst>
      <p:ext uri="{BB962C8B-B14F-4D97-AF65-F5344CB8AC3E}">
        <p14:creationId xmlns:p14="http://schemas.microsoft.com/office/powerpoint/2010/main" val="123285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465B80-86A3-4988-8BBF-D6C889F03087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Conclusion and Contributions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5C3C1D-1A36-4479-B48D-72AED4C5126A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4D24D5-8342-497C-8F27-E269BD6DACDB}"/>
              </a:ext>
            </a:extLst>
          </p:cNvPr>
          <p:cNvSpPr>
            <a:spLocks noGrp="1"/>
          </p:cNvSpPr>
          <p:nvPr/>
        </p:nvSpPr>
        <p:spPr>
          <a:xfrm>
            <a:off x="523875" y="1349388"/>
            <a:ext cx="80962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 A working local dashboard for basic network reachability and health monitoring.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 used: ICMP Echo, RTT, packet loss, HTTP and alert thresholds.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 SNMP-like CPU, memory, interface and uptime values are simulated.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 Add real SNMP polling, history graphs and notifications.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899F11-8A11-408E-A37B-1864BB168263}"/>
              </a:ext>
            </a:extLst>
          </p:cNvPr>
          <p:cNvSpPr>
            <a:spLocks noGrp="1"/>
          </p:cNvSpPr>
          <p:nvPr/>
        </p:nvSpPr>
        <p:spPr>
          <a:xfrm>
            <a:off x="523875" y="3290887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r>
              <a:rPr sz="1300" dirty="0"/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10ECB7-8E0C-4D51-855A-3F114DB4BE40}"/>
              </a:ext>
            </a:extLst>
          </p:cNvPr>
          <p:cNvSpPr>
            <a:spLocks noGrp="1"/>
          </p:cNvSpPr>
          <p:nvPr/>
        </p:nvSpPr>
        <p:spPr>
          <a:xfrm>
            <a:off x="523875" y="5102873"/>
            <a:ext cx="809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learning: How Python collects ping results and Flask displays network status in a browser.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9505EC6-1C2B-4935-BA02-51A292CFC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875" y="3261041"/>
            <a:ext cx="6507545" cy="1677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Contributions:-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Shreyash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Kumbhar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Dashboard design using HTML and CSS.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Mansi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Gunjal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Network monitoring using ICMP Ping.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Tanvi Newase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Flask backend and alert generation.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Shruti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Pitale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SNMP simulation and QoS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721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B87E46F-E649-4EC2-BE15-E3DC1B512D09}"/>
              </a:ext>
            </a:extLst>
          </p:cNvPr>
          <p:cNvSpPr>
            <a:spLocks noGrp="1"/>
          </p:cNvSpPr>
          <p:nvPr/>
        </p:nvSpPr>
        <p:spPr>
          <a:xfrm>
            <a:off x="523875" y="652463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8BC680-DAE1-4C4A-B29D-BFCE9D74EB15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8EAB2A-6F3A-412A-8E97-83E166768C45}"/>
              </a:ext>
            </a:extLst>
          </p:cNvPr>
          <p:cNvSpPr>
            <a:spLocks noGrp="1"/>
          </p:cNvSpPr>
          <p:nvPr/>
        </p:nvSpPr>
        <p:spPr>
          <a:xfrm>
            <a:off x="523875" y="1524000"/>
            <a:ext cx="809625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J.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“Internet Control Message Protocol,” RFC 792, September 1981.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https://www.rfc-editor.org/rfc/rfc792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D. Harrington, R.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Presuhn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B.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Wijnen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“An Architecture for Describing SNMP Management Frameworks,” RFC 3411, December 2002.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https://www.rfc-editor.org/rfc/rfc3411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Pallets Projects, “Flask Documentation —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Quickstart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https://flask.palletsprojects.com/en/stable/quickstart/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B570D7-9BBD-423B-A711-D477799851EE}"/>
              </a:ext>
            </a:extLst>
          </p:cNvPr>
          <p:cNvSpPr>
            <a:spLocks noGrp="1"/>
          </p:cNvSpPr>
          <p:nvPr/>
        </p:nvSpPr>
        <p:spPr>
          <a:xfrm>
            <a:off x="523875" y="5143500"/>
            <a:ext cx="8096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5467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823</Words>
  <Application>Microsoft Office PowerPoint</Application>
  <DocSecurity>0</DocSecurity>
  <PresentationFormat>On-screen Show (4:3)</PresentationFormat>
  <Paragraphs>98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Times New Roman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Tanvi Newase</cp:lastModifiedBy>
  <cp:revision>8</cp:revision>
  <dcterms:created xsi:type="dcterms:W3CDTF">2026-10-14T10:56:48Z</dcterms:created>
  <dcterms:modified xsi:type="dcterms:W3CDTF">2026-10-22T17:31:32Z</dcterms:modified>
</cp:coreProperties>
</file>